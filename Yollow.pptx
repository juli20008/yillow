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C67D0E-DA8E-41BF-9641-57588C4DB4CA}" v="125" dt="2026-04-18T18:00:33.2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7" d="100"/>
          <a:sy n="107" d="100"/>
        </p:scale>
        <p:origin x="71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R Analytics Canada" userId="a21b5379e5ee1d23" providerId="LiveId" clId="{B6F778F0-58BE-4706-9FED-5BA1AD3C9411}"/>
    <pc:docChg chg="undo custSel addSld delSld modSld addMainMaster delMainMaster modMainMaster">
      <pc:chgData name="HR Analytics Canada" userId="a21b5379e5ee1d23" providerId="LiveId" clId="{B6F778F0-58BE-4706-9FED-5BA1AD3C9411}" dt="2026-04-18T18:02:18.649" v="4078" actId="20577"/>
      <pc:docMkLst>
        <pc:docMk/>
      </pc:docMkLst>
      <pc:sldChg chg="addSp delSp modSp new mod setBg modClrScheme addAnim chgLayout">
        <pc:chgData name="HR Analytics Canada" userId="a21b5379e5ee1d23" providerId="LiveId" clId="{B6F778F0-58BE-4706-9FED-5BA1AD3C9411}" dt="2026-04-18T18:00:35.171" v="3950" actId="14100"/>
        <pc:sldMkLst>
          <pc:docMk/>
          <pc:sldMk cId="869741466" sldId="256"/>
        </pc:sldMkLst>
        <pc:spChg chg="mod">
          <ac:chgData name="HR Analytics Canada" userId="a21b5379e5ee1d23" providerId="LiveId" clId="{B6F778F0-58BE-4706-9FED-5BA1AD3C9411}" dt="2026-04-18T18:00:35.171" v="3950" actId="14100"/>
          <ac:spMkLst>
            <pc:docMk/>
            <pc:sldMk cId="869741466" sldId="256"/>
            <ac:spMk id="2" creationId="{DD4EEF61-1FCA-EDDB-5B98-247131CB701E}"/>
          </ac:spMkLst>
        </pc:spChg>
        <pc:spChg chg="del mod">
          <ac:chgData name="HR Analytics Canada" userId="a21b5379e5ee1d23" providerId="LiveId" clId="{B6F778F0-58BE-4706-9FED-5BA1AD3C9411}" dt="2026-04-17T19:14:59.285" v="1446" actId="478"/>
          <ac:spMkLst>
            <pc:docMk/>
            <pc:sldMk cId="869741466" sldId="256"/>
            <ac:spMk id="3" creationId="{366BF55C-43D1-76B8-D5B4-15F88021A316}"/>
          </ac:spMkLst>
        </pc:spChg>
        <pc:spChg chg="add del">
          <ac:chgData name="HR Analytics Canada" userId="a21b5379e5ee1d23" providerId="LiveId" clId="{B6F778F0-58BE-4706-9FED-5BA1AD3C9411}" dt="2026-04-17T19:11:33.743" v="1401" actId="26606"/>
          <ac:spMkLst>
            <pc:docMk/>
            <pc:sldMk cId="869741466" sldId="256"/>
            <ac:spMk id="5" creationId="{EFA9B6C6-A247-48A8-9A1C-1E36FA9456B5}"/>
          </ac:spMkLst>
        </pc:spChg>
        <pc:spChg chg="add">
          <ac:chgData name="HR Analytics Canada" userId="a21b5379e5ee1d23" providerId="LiveId" clId="{B6F778F0-58BE-4706-9FED-5BA1AD3C9411}" dt="2026-04-17T15:39:59.536" v="832" actId="26606"/>
          <ac:spMkLst>
            <pc:docMk/>
            <pc:sldMk cId="869741466" sldId="256"/>
            <ac:spMk id="6" creationId="{C5CB530E-515E-412C-9DF1-5F8FFBD6F383}"/>
          </ac:spMkLst>
        </pc:spChg>
        <pc:spChg chg="add del mod">
          <ac:chgData name="HR Analytics Canada" userId="a21b5379e5ee1d23" providerId="LiveId" clId="{B6F778F0-58BE-4706-9FED-5BA1AD3C9411}" dt="2026-04-17T15:09:13.399" v="8" actId="26606"/>
          <ac:spMkLst>
            <pc:docMk/>
            <pc:sldMk cId="869741466" sldId="256"/>
            <ac:spMk id="8" creationId="{3D18970A-3D45-2CCD-767F-40E0028E31BC}"/>
          </ac:spMkLst>
        </pc:spChg>
        <pc:spChg chg="add del mod">
          <ac:chgData name="HR Analytics Canada" userId="a21b5379e5ee1d23" providerId="LiveId" clId="{B6F778F0-58BE-4706-9FED-5BA1AD3C9411}" dt="2026-04-17T15:09:19.629" v="11" actId="26606"/>
          <ac:spMkLst>
            <pc:docMk/>
            <pc:sldMk cId="869741466" sldId="256"/>
            <ac:spMk id="10" creationId="{96DB5956-8678-B51E-E2A6-1BA170EEF77A}"/>
          </ac:spMkLst>
        </pc:spChg>
        <pc:spChg chg="add del">
          <ac:chgData name="HR Analytics Canada" userId="a21b5379e5ee1d23" providerId="LiveId" clId="{B6F778F0-58BE-4706-9FED-5BA1AD3C9411}" dt="2026-04-17T19:11:33.743" v="1401" actId="26606"/>
          <ac:spMkLst>
            <pc:docMk/>
            <pc:sldMk cId="869741466" sldId="256"/>
            <ac:spMk id="12" creationId="{712D4376-A578-4FF1-94FC-245E7A6A489F}"/>
          </ac:spMkLst>
        </pc:spChg>
        <pc:spChg chg="add del">
          <ac:chgData name="HR Analytics Canada" userId="a21b5379e5ee1d23" providerId="LiveId" clId="{B6F778F0-58BE-4706-9FED-5BA1AD3C9411}" dt="2026-04-17T19:11:33.743" v="1401" actId="26606"/>
          <ac:spMkLst>
            <pc:docMk/>
            <pc:sldMk cId="869741466" sldId="256"/>
            <ac:spMk id="14" creationId="{AEA7509D-F04F-40CB-A0B3-EEF16499CC9F}"/>
          </ac:spMkLst>
        </pc:spChg>
        <pc:spChg chg="del">
          <ac:chgData name="HR Analytics Canada" userId="a21b5379e5ee1d23" providerId="LiveId" clId="{B6F778F0-58BE-4706-9FED-5BA1AD3C9411}" dt="2026-04-18T06:29:47.236" v="2575" actId="26606"/>
          <ac:spMkLst>
            <pc:docMk/>
            <pc:sldMk cId="869741466" sldId="256"/>
            <ac:spMk id="21" creationId="{8C790BE2-4E4F-4AAF-81A2-4A6F4885EBE6}"/>
          </ac:spMkLst>
        </pc:spChg>
        <pc:spChg chg="add del">
          <ac:chgData name="HR Analytics Canada" userId="a21b5379e5ee1d23" providerId="LiveId" clId="{B6F778F0-58BE-4706-9FED-5BA1AD3C9411}" dt="2026-04-18T06:29:47.236" v="2575" actId="26606"/>
          <ac:spMkLst>
            <pc:docMk/>
            <pc:sldMk cId="869741466" sldId="256"/>
            <ac:spMk id="23" creationId="{D28B54C3-B57B-472A-B96E-1FCB67093DC2}"/>
          </ac:spMkLst>
        </pc:spChg>
        <pc:spChg chg="del">
          <ac:chgData name="HR Analytics Canada" userId="a21b5379e5ee1d23" providerId="LiveId" clId="{B6F778F0-58BE-4706-9FED-5BA1AD3C9411}" dt="2026-04-18T06:29:47.236" v="2575" actId="26606"/>
          <ac:spMkLst>
            <pc:docMk/>
            <pc:sldMk cId="869741466" sldId="256"/>
            <ac:spMk id="25" creationId="{7DB3C429-F8DA-49B9-AF84-21996FCF78B5}"/>
          </ac:spMkLst>
        </pc:spChg>
        <pc:spChg chg="add del">
          <ac:chgData name="HR Analytics Canada" userId="a21b5379e5ee1d23" providerId="LiveId" clId="{B6F778F0-58BE-4706-9FED-5BA1AD3C9411}" dt="2026-04-18T06:29:47.236" v="2575" actId="26606"/>
          <ac:spMkLst>
            <pc:docMk/>
            <pc:sldMk cId="869741466" sldId="256"/>
            <ac:spMk id="27" creationId="{E12088DD-B1AD-40E0-8B86-1D87A2CCD9BE}"/>
          </ac:spMkLst>
        </pc:spChg>
        <pc:spChg chg="add del">
          <ac:chgData name="HR Analytics Canada" userId="a21b5379e5ee1d23" providerId="LiveId" clId="{B6F778F0-58BE-4706-9FED-5BA1AD3C9411}" dt="2026-04-18T06:29:47.236" v="2575" actId="26606"/>
          <ac:spMkLst>
            <pc:docMk/>
            <pc:sldMk cId="869741466" sldId="256"/>
            <ac:spMk id="29" creationId="{C4C9F2B0-1044-46EB-8AEB-C3BFFDE6C2CC}"/>
          </ac:spMkLst>
        </pc:spChg>
        <pc:spChg chg="add del">
          <ac:chgData name="HR Analytics Canada" userId="a21b5379e5ee1d23" providerId="LiveId" clId="{B6F778F0-58BE-4706-9FED-5BA1AD3C9411}" dt="2026-04-18T06:29:47.236" v="2575" actId="26606"/>
          <ac:spMkLst>
            <pc:docMk/>
            <pc:sldMk cId="869741466" sldId="256"/>
            <ac:spMk id="31" creationId="{0C395952-4E26-45A2-8756-2ADFD6E53C6E}"/>
          </ac:spMkLst>
        </pc:spChg>
        <pc:spChg chg="add del">
          <ac:chgData name="HR Analytics Canada" userId="a21b5379e5ee1d23" providerId="LiveId" clId="{B6F778F0-58BE-4706-9FED-5BA1AD3C9411}" dt="2026-04-18T06:29:47.236" v="2575" actId="26606"/>
          <ac:spMkLst>
            <pc:docMk/>
            <pc:sldMk cId="869741466" sldId="256"/>
            <ac:spMk id="33" creationId="{4734BADF-9461-4621-B112-2D7BABEA7DD0}"/>
          </ac:spMkLst>
        </pc:spChg>
        <pc:spChg chg="add">
          <ac:chgData name="HR Analytics Canada" userId="a21b5379e5ee1d23" providerId="LiveId" clId="{B6F778F0-58BE-4706-9FED-5BA1AD3C9411}" dt="2026-04-18T06:29:47.236" v="2575" actId="26606"/>
          <ac:spMkLst>
            <pc:docMk/>
            <pc:sldMk cId="869741466" sldId="256"/>
            <ac:spMk id="38" creationId="{C7D023E4-8DE1-436E-9847-ED6A4B4B04FD}"/>
          </ac:spMkLst>
        </pc:spChg>
        <pc:grpChg chg="add">
          <ac:chgData name="HR Analytics Canada" userId="a21b5379e5ee1d23" providerId="LiveId" clId="{B6F778F0-58BE-4706-9FED-5BA1AD3C9411}" dt="2026-04-18T06:29:47.236" v="2575" actId="26606"/>
          <ac:grpSpMkLst>
            <pc:docMk/>
            <pc:sldMk cId="869741466" sldId="256"/>
            <ac:grpSpMk id="44" creationId="{A47AAF5E-1692-48C9-98FB-6432BF0BC4F7}"/>
          </ac:grpSpMkLst>
        </pc:grpChg>
        <pc:cxnChg chg="add">
          <ac:chgData name="HR Analytics Canada" userId="a21b5379e5ee1d23" providerId="LiveId" clId="{B6F778F0-58BE-4706-9FED-5BA1AD3C9411}" dt="2026-04-17T15:39:59.536" v="832" actId="26606"/>
          <ac:cxnSpMkLst>
            <pc:docMk/>
            <pc:sldMk cId="869741466" sldId="256"/>
            <ac:cxnSpMk id="16" creationId="{56020367-4FD5-4596-8E10-C5F095CD8DBF}"/>
          </ac:cxnSpMkLst>
        </pc:cxnChg>
      </pc:sldChg>
      <pc:sldChg chg="new del">
        <pc:chgData name="HR Analytics Canada" userId="a21b5379e5ee1d23" providerId="LiveId" clId="{B6F778F0-58BE-4706-9FED-5BA1AD3C9411}" dt="2026-04-17T15:09:52.765" v="14" actId="47"/>
        <pc:sldMkLst>
          <pc:docMk/>
          <pc:sldMk cId="2275816909" sldId="257"/>
        </pc:sldMkLst>
      </pc:sldChg>
      <pc:sldChg chg="addSp delSp modSp new mod setBg modClrScheme addAnim chgLayout">
        <pc:chgData name="HR Analytics Canada" userId="a21b5379e5ee1d23" providerId="LiveId" clId="{B6F778F0-58BE-4706-9FED-5BA1AD3C9411}" dt="2026-04-18T17:49:32.983" v="3670" actId="207"/>
        <pc:sldMkLst>
          <pc:docMk/>
          <pc:sldMk cId="1773746315" sldId="258"/>
        </pc:sldMkLst>
        <pc:spChg chg="add mod">
          <ac:chgData name="HR Analytics Canada" userId="a21b5379e5ee1d23" providerId="LiveId" clId="{B6F778F0-58BE-4706-9FED-5BA1AD3C9411}" dt="2026-04-18T17:49:32.983" v="3670" actId="207"/>
          <ac:spMkLst>
            <pc:docMk/>
            <pc:sldMk cId="1773746315" sldId="258"/>
            <ac:spMk id="2" creationId="{6730E6C9-E133-643B-705F-7885E73C6C7F}"/>
          </ac:spMkLst>
        </pc:spChg>
        <pc:spChg chg="del">
          <ac:chgData name="HR Analytics Canada" userId="a21b5379e5ee1d23" providerId="LiveId" clId="{B6F778F0-58BE-4706-9FED-5BA1AD3C9411}" dt="2026-04-17T15:10:33.761" v="16" actId="26606"/>
          <ac:spMkLst>
            <pc:docMk/>
            <pc:sldMk cId="1773746315" sldId="258"/>
            <ac:spMk id="3" creationId="{DE1891A8-3DCB-79DF-51D1-75AA4E54DC18}"/>
          </ac:spMkLst>
        </pc:spChg>
        <pc:spChg chg="del mod replId">
          <ac:chgData name="HR Analytics Canada" userId="a21b5379e5ee1d23" providerId="LiveId" clId="{B6F778F0-58BE-4706-9FED-5BA1AD3C9411}" dt="2026-04-17T15:10:33.761" v="16" actId="26606"/>
          <ac:spMkLst>
            <pc:docMk/>
            <pc:sldMk cId="1773746315" sldId="258"/>
            <ac:spMk id="5" creationId="{041C2AB1-1D14-BF14-A9D8-267F446F37B9}"/>
          </ac:spMkLst>
        </pc:spChg>
        <pc:spChg chg="add del">
          <ac:chgData name="HR Analytics Canada" userId="a21b5379e5ee1d23" providerId="LiveId" clId="{B6F778F0-58BE-4706-9FED-5BA1AD3C9411}" dt="2026-04-17T15:40:08.962" v="834" actId="26606"/>
          <ac:spMkLst>
            <pc:docMk/>
            <pc:sldMk cId="1773746315" sldId="258"/>
            <ac:spMk id="7" creationId="{F456DBD1-1048-5A22-C973-3E5FA83F57BA}"/>
          </ac:spMkLst>
        </pc:spChg>
        <pc:spChg chg="add">
          <ac:chgData name="HR Analytics Canada" userId="a21b5379e5ee1d23" providerId="LiveId" clId="{B6F778F0-58BE-4706-9FED-5BA1AD3C9411}" dt="2026-04-17T15:40:08.962" v="834" actId="26606"/>
          <ac:spMkLst>
            <pc:docMk/>
            <pc:sldMk cId="1773746315" sldId="258"/>
            <ac:spMk id="12" creationId="{1A3C89F8-0D2F-47FF-B903-151248265F47}"/>
          </ac:spMkLst>
        </pc:spChg>
        <pc:spChg chg="add">
          <ac:chgData name="HR Analytics Canada" userId="a21b5379e5ee1d23" providerId="LiveId" clId="{B6F778F0-58BE-4706-9FED-5BA1AD3C9411}" dt="2026-04-17T15:40:08.962" v="834" actId="26606"/>
          <ac:spMkLst>
            <pc:docMk/>
            <pc:sldMk cId="1773746315" sldId="258"/>
            <ac:spMk id="14" creationId="{C5CB530E-515E-412C-9DF1-5F8FFBD6F383}"/>
          </ac:spMkLst>
        </pc:spChg>
        <pc:spChg chg="add del">
          <ac:chgData name="HR Analytics Canada" userId="a21b5379e5ee1d23" providerId="LiveId" clId="{B6F778F0-58BE-4706-9FED-5BA1AD3C9411}" dt="2026-04-17T19:11:50.424" v="1402" actId="26606"/>
          <ac:spMkLst>
            <pc:docMk/>
            <pc:sldMk cId="1773746315" sldId="258"/>
            <ac:spMk id="16" creationId="{712D4376-A578-4FF1-94FC-245E7A6A489F}"/>
          </ac:spMkLst>
        </pc:spChg>
        <pc:spChg chg="add del">
          <ac:chgData name="HR Analytics Canada" userId="a21b5379e5ee1d23" providerId="LiveId" clId="{B6F778F0-58BE-4706-9FED-5BA1AD3C9411}" dt="2026-04-17T19:11:50.424" v="1402" actId="26606"/>
          <ac:spMkLst>
            <pc:docMk/>
            <pc:sldMk cId="1773746315" sldId="258"/>
            <ac:spMk id="18" creationId="{AEA7509D-F04F-40CB-A0B3-EEF16499CC9F}"/>
          </ac:spMkLst>
        </pc:spChg>
        <pc:spChg chg="add del">
          <ac:chgData name="HR Analytics Canada" userId="a21b5379e5ee1d23" providerId="LiveId" clId="{B6F778F0-58BE-4706-9FED-5BA1AD3C9411}" dt="2026-04-17T19:11:50.424" v="1402" actId="26606"/>
          <ac:spMkLst>
            <pc:docMk/>
            <pc:sldMk cId="1773746315" sldId="258"/>
            <ac:spMk id="22" creationId="{508BEF50-7B1E-49A4-BC19-5F4F1D755E64}"/>
          </ac:spMkLst>
        </pc:spChg>
        <pc:spChg chg="add del">
          <ac:chgData name="HR Analytics Canada" userId="a21b5379e5ee1d23" providerId="LiveId" clId="{B6F778F0-58BE-4706-9FED-5BA1AD3C9411}" dt="2026-04-17T19:11:50.424" v="1402" actId="26606"/>
          <ac:spMkLst>
            <pc:docMk/>
            <pc:sldMk cId="1773746315" sldId="258"/>
            <ac:spMk id="24" creationId="{3FBAD350-5664-4811-A208-657FB882D350}"/>
          </ac:spMkLst>
        </pc:spChg>
        <pc:spChg chg="add del">
          <ac:chgData name="HR Analytics Canada" userId="a21b5379e5ee1d23" providerId="LiveId" clId="{B6F778F0-58BE-4706-9FED-5BA1AD3C9411}" dt="2026-04-17T19:11:50.424" v="1402" actId="26606"/>
          <ac:spMkLst>
            <pc:docMk/>
            <pc:sldMk cId="1773746315" sldId="258"/>
            <ac:spMk id="26" creationId="{C39ADB8F-D187-49D7-BDCF-C1B6DC727068}"/>
          </ac:spMkLst>
        </pc:spChg>
        <pc:spChg chg="add del">
          <ac:chgData name="HR Analytics Canada" userId="a21b5379e5ee1d23" providerId="LiveId" clId="{B6F778F0-58BE-4706-9FED-5BA1AD3C9411}" dt="2026-04-18T06:30:05.060" v="2576" actId="26606"/>
          <ac:spMkLst>
            <pc:docMk/>
            <pc:sldMk cId="1773746315" sldId="258"/>
            <ac:spMk id="31" creationId="{0E30439A-8A5B-46EC-8283-9B6B031D40D0}"/>
          </ac:spMkLst>
        </pc:spChg>
        <pc:spChg chg="del">
          <ac:chgData name="HR Analytics Canada" userId="a21b5379e5ee1d23" providerId="LiveId" clId="{B6F778F0-58BE-4706-9FED-5BA1AD3C9411}" dt="2026-04-18T06:30:05.060" v="2576" actId="26606"/>
          <ac:spMkLst>
            <pc:docMk/>
            <pc:sldMk cId="1773746315" sldId="258"/>
            <ac:spMk id="33" creationId="{5CEAD642-85CF-4750-8432-7C80C901F001}"/>
          </ac:spMkLst>
        </pc:spChg>
        <pc:spChg chg="del">
          <ac:chgData name="HR Analytics Canada" userId="a21b5379e5ee1d23" providerId="LiveId" clId="{B6F778F0-58BE-4706-9FED-5BA1AD3C9411}" dt="2026-04-18T06:30:05.060" v="2576" actId="26606"/>
          <ac:spMkLst>
            <pc:docMk/>
            <pc:sldMk cId="1773746315" sldId="258"/>
            <ac:spMk id="35" creationId="{FA33EEAE-15D5-4119-8C1E-89D943F911EF}"/>
          </ac:spMkLst>
        </pc:spChg>
        <pc:spChg chg="add del">
          <ac:chgData name="HR Analytics Canada" userId="a21b5379e5ee1d23" providerId="LiveId" clId="{B6F778F0-58BE-4706-9FED-5BA1AD3C9411}" dt="2026-04-18T06:30:05.060" v="2576" actId="26606"/>
          <ac:spMkLst>
            <pc:docMk/>
            <pc:sldMk cId="1773746315" sldId="258"/>
            <ac:spMk id="37" creationId="{730D8B3B-9B80-4025-B934-26DC7D7CD231}"/>
          </ac:spMkLst>
        </pc:spChg>
        <pc:spChg chg="add del">
          <ac:chgData name="HR Analytics Canada" userId="a21b5379e5ee1d23" providerId="LiveId" clId="{B6F778F0-58BE-4706-9FED-5BA1AD3C9411}" dt="2026-04-18T06:30:05.060" v="2576" actId="26606"/>
          <ac:spMkLst>
            <pc:docMk/>
            <pc:sldMk cId="1773746315" sldId="258"/>
            <ac:spMk id="39" creationId="{B5A1B09C-1565-46F8-B70F-621C5EB48A09}"/>
          </ac:spMkLst>
        </pc:spChg>
        <pc:spChg chg="del">
          <ac:chgData name="HR Analytics Canada" userId="a21b5379e5ee1d23" providerId="LiveId" clId="{B6F778F0-58BE-4706-9FED-5BA1AD3C9411}" dt="2026-04-18T06:30:05.060" v="2576" actId="26606"/>
          <ac:spMkLst>
            <pc:docMk/>
            <pc:sldMk cId="1773746315" sldId="258"/>
            <ac:spMk id="41" creationId="{8C516CC8-80AC-446C-A56E-9F54B7210402}"/>
          </ac:spMkLst>
        </pc:spChg>
        <pc:spChg chg="add del">
          <ac:chgData name="HR Analytics Canada" userId="a21b5379e5ee1d23" providerId="LiveId" clId="{B6F778F0-58BE-4706-9FED-5BA1AD3C9411}" dt="2026-04-18T06:30:05.060" v="2576" actId="26606"/>
          <ac:spMkLst>
            <pc:docMk/>
            <pc:sldMk cId="1773746315" sldId="258"/>
            <ac:spMk id="43" creationId="{53947E58-F088-49F1-A3D1-DEA690192E84}"/>
          </ac:spMkLst>
        </pc:spChg>
        <pc:spChg chg="add">
          <ac:chgData name="HR Analytics Canada" userId="a21b5379e5ee1d23" providerId="LiveId" clId="{B6F778F0-58BE-4706-9FED-5BA1AD3C9411}" dt="2026-04-18T06:30:05.060" v="2576" actId="26606"/>
          <ac:spMkLst>
            <pc:docMk/>
            <pc:sldMk cId="1773746315" sldId="258"/>
            <ac:spMk id="48" creationId="{C7D023E4-8DE1-436E-9847-ED6A4B4B04FD}"/>
          </ac:spMkLst>
        </pc:spChg>
        <pc:grpChg chg="add">
          <ac:chgData name="HR Analytics Canada" userId="a21b5379e5ee1d23" providerId="LiveId" clId="{B6F778F0-58BE-4706-9FED-5BA1AD3C9411}" dt="2026-04-18T06:30:05.060" v="2576" actId="26606"/>
          <ac:grpSpMkLst>
            <pc:docMk/>
            <pc:sldMk cId="1773746315" sldId="258"/>
            <ac:grpSpMk id="54" creationId="{D691EE10-D5F3-48FA-BE55-F24A0BE59EF6}"/>
          </ac:grpSpMkLst>
        </pc:grpChg>
        <pc:cxnChg chg="add">
          <ac:chgData name="HR Analytics Canada" userId="a21b5379e5ee1d23" providerId="LiveId" clId="{B6F778F0-58BE-4706-9FED-5BA1AD3C9411}" dt="2026-04-17T15:40:08.962" v="834" actId="26606"/>
          <ac:cxnSpMkLst>
            <pc:docMk/>
            <pc:sldMk cId="1773746315" sldId="258"/>
            <ac:cxnSpMk id="20" creationId="{56020367-4FD5-4596-8E10-C5F095CD8DBF}"/>
          </ac:cxnSpMkLst>
        </pc:cxnChg>
      </pc:sldChg>
      <pc:sldChg chg="addSp delSp modSp new mod setBg modClrScheme chgLayout">
        <pc:chgData name="HR Analytics Canada" userId="a21b5379e5ee1d23" providerId="LiveId" clId="{B6F778F0-58BE-4706-9FED-5BA1AD3C9411}" dt="2026-04-18T18:02:18.649" v="4078" actId="20577"/>
        <pc:sldMkLst>
          <pc:docMk/>
          <pc:sldMk cId="256791138" sldId="259"/>
        </pc:sldMkLst>
        <pc:spChg chg="add mod">
          <ac:chgData name="HR Analytics Canada" userId="a21b5379e5ee1d23" providerId="LiveId" clId="{B6F778F0-58BE-4706-9FED-5BA1AD3C9411}" dt="2026-04-18T17:57:39.907" v="3855" actId="20577"/>
          <ac:spMkLst>
            <pc:docMk/>
            <pc:sldMk cId="256791138" sldId="259"/>
            <ac:spMk id="2" creationId="{183C5981-23F0-0ED5-0C97-159A9E50D689}"/>
          </ac:spMkLst>
        </pc:spChg>
        <pc:spChg chg="del">
          <ac:chgData name="HR Analytics Canada" userId="a21b5379e5ee1d23" providerId="LiveId" clId="{B6F778F0-58BE-4706-9FED-5BA1AD3C9411}" dt="2026-04-17T15:11:54.069" v="70" actId="26606"/>
          <ac:spMkLst>
            <pc:docMk/>
            <pc:sldMk cId="256791138" sldId="259"/>
            <ac:spMk id="3" creationId="{2C696AB6-DBF5-1285-4F2D-79C6541A864F}"/>
          </ac:spMkLst>
        </pc:spChg>
        <pc:spChg chg="del mod replId">
          <ac:chgData name="HR Analytics Canada" userId="a21b5379e5ee1d23" providerId="LiveId" clId="{B6F778F0-58BE-4706-9FED-5BA1AD3C9411}" dt="2026-04-17T15:11:54.069" v="70" actId="26606"/>
          <ac:spMkLst>
            <pc:docMk/>
            <pc:sldMk cId="256791138" sldId="259"/>
            <ac:spMk id="6" creationId="{E58B9A2E-F603-DFC3-027E-3FBB77E75C6C}"/>
          </ac:spMkLst>
        </pc:spChg>
        <pc:spChg chg="add mod">
          <ac:chgData name="HR Analytics Canada" userId="a21b5379e5ee1d23" providerId="LiveId" clId="{B6F778F0-58BE-4706-9FED-5BA1AD3C9411}" dt="2026-04-18T06:16:11.885" v="2421" actId="1076"/>
          <ac:spMkLst>
            <pc:docMk/>
            <pc:sldMk cId="256791138" sldId="259"/>
            <ac:spMk id="7" creationId="{A282EACC-9E2B-C9BB-30DE-0591D5347C0F}"/>
          </ac:spMkLst>
        </pc:spChg>
        <pc:spChg chg="add del">
          <ac:chgData name="HR Analytics Canada" userId="a21b5379e5ee1d23" providerId="LiveId" clId="{B6F778F0-58BE-4706-9FED-5BA1AD3C9411}" dt="2026-04-17T15:38:27.346" v="802" actId="26606"/>
          <ac:spMkLst>
            <pc:docMk/>
            <pc:sldMk cId="256791138" sldId="259"/>
            <ac:spMk id="10" creationId="{353CF00F-82D0-0DBA-75D5-1D01B4526C68}"/>
          </ac:spMkLst>
        </pc:spChg>
        <pc:spChg chg="add">
          <ac:chgData name="HR Analytics Canada" userId="a21b5379e5ee1d23" providerId="LiveId" clId="{B6F778F0-58BE-4706-9FED-5BA1AD3C9411}" dt="2026-04-17T15:38:27.346" v="802" actId="26606"/>
          <ac:spMkLst>
            <pc:docMk/>
            <pc:sldMk cId="256791138" sldId="259"/>
            <ac:spMk id="15" creationId="{715B9334-3E03-4CA7-3616-4D3C9DC2C7DE}"/>
          </ac:spMkLst>
        </pc:spChg>
        <pc:graphicFrameChg chg="add mod modGraphic">
          <ac:chgData name="HR Analytics Canada" userId="a21b5379e5ee1d23" providerId="LiveId" clId="{B6F778F0-58BE-4706-9FED-5BA1AD3C9411}" dt="2026-04-18T18:02:18.649" v="4078" actId="20577"/>
          <ac:graphicFrameMkLst>
            <pc:docMk/>
            <pc:sldMk cId="256791138" sldId="259"/>
            <ac:graphicFrameMk id="5" creationId="{5EC08D12-2C57-4E14-8213-8876581A54A0}"/>
          </ac:graphicFrameMkLst>
        </pc:graphicFrameChg>
      </pc:sldChg>
      <pc:sldChg chg="addSp delSp modSp add mod setBg delDesignElem">
        <pc:chgData name="HR Analytics Canada" userId="a21b5379e5ee1d23" providerId="LiveId" clId="{B6F778F0-58BE-4706-9FED-5BA1AD3C9411}" dt="2026-04-18T18:00:06.803" v="3943" actId="20577"/>
        <pc:sldMkLst>
          <pc:docMk/>
          <pc:sldMk cId="1836537049" sldId="260"/>
        </pc:sldMkLst>
        <pc:spChg chg="mod">
          <ac:chgData name="HR Analytics Canada" userId="a21b5379e5ee1d23" providerId="LiveId" clId="{B6F778F0-58BE-4706-9FED-5BA1AD3C9411}" dt="2026-04-18T17:48:32.681" v="3661" actId="1076"/>
          <ac:spMkLst>
            <pc:docMk/>
            <pc:sldMk cId="1836537049" sldId="260"/>
            <ac:spMk id="2" creationId="{F852E3E5-5247-B497-7932-BD9C034D8478}"/>
          </ac:spMkLst>
        </pc:spChg>
        <pc:spChg chg="add del mod">
          <ac:chgData name="HR Analytics Canada" userId="a21b5379e5ee1d23" providerId="LiveId" clId="{B6F778F0-58BE-4706-9FED-5BA1AD3C9411}" dt="2026-04-18T17:49:20.131" v="3664"/>
          <ac:spMkLst>
            <pc:docMk/>
            <pc:sldMk cId="1836537049" sldId="260"/>
            <ac:spMk id="3" creationId="{4EC219D5-B26A-7242-1D0B-15E44DA44ACB}"/>
          </ac:spMkLst>
        </pc:spChg>
        <pc:spChg chg="del">
          <ac:chgData name="HR Analytics Canada" userId="a21b5379e5ee1d23" providerId="LiveId" clId="{B6F778F0-58BE-4706-9FED-5BA1AD3C9411}" dt="2026-04-18T17:38:40.479" v="2609"/>
          <ac:spMkLst>
            <pc:docMk/>
            <pc:sldMk cId="1836537049" sldId="260"/>
            <ac:spMk id="15" creationId="{2710ADD2-D83D-9F91-88D7-2EC953B0D513}"/>
          </ac:spMkLst>
        </pc:spChg>
        <pc:graphicFrameChg chg="mod modGraphic">
          <ac:chgData name="HR Analytics Canada" userId="a21b5379e5ee1d23" providerId="LiveId" clId="{B6F778F0-58BE-4706-9FED-5BA1AD3C9411}" dt="2026-04-18T18:00:06.803" v="3943" actId="20577"/>
          <ac:graphicFrameMkLst>
            <pc:docMk/>
            <pc:sldMk cId="1836537049" sldId="260"/>
            <ac:graphicFrameMk id="5" creationId="{5CD0E91C-38DA-2E0B-35AA-5B69B4234C75}"/>
          </ac:graphicFrameMkLst>
        </pc:graphicFrameChg>
      </pc:sldChg>
      <pc:sldMasterChg chg="add del addSldLayout delSldLayout modSldLayout">
        <pc:chgData name="HR Analytics Canada" userId="a21b5379e5ee1d23" providerId="LiveId" clId="{B6F778F0-58BE-4706-9FED-5BA1AD3C9411}" dt="2026-04-17T15:09:19.629" v="11" actId="26606"/>
        <pc:sldMasterMkLst>
          <pc:docMk/>
          <pc:sldMasterMk cId="3001066483" sldId="2147483648"/>
        </pc:sldMasterMkLst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1011573813" sldId="2147483649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4121347543" sldId="2147483650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3534446327" sldId="2147483651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1545694431" sldId="2147483652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3608888551" sldId="2147483653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912959968" sldId="2147483654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2001542395" sldId="2147483655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1399356555" sldId="2147483656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4025054174" sldId="2147483657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2717387544" sldId="2147483658"/>
          </pc:sldLayoutMkLst>
        </pc:sldLayoutChg>
        <pc:sldLayoutChg chg="add del replId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3001066483" sldId="2147483648"/>
            <pc:sldLayoutMk cId="999412288" sldId="2147483659"/>
          </pc:sldLayoutMkLst>
        </pc:sldLayoutChg>
      </pc:sldMasterChg>
      <pc:sldMasterChg chg="add del addSldLayout delSldLayout">
        <pc:chgData name="HR Analytics Canada" userId="a21b5379e5ee1d23" providerId="LiveId" clId="{B6F778F0-58BE-4706-9FED-5BA1AD3C9411}" dt="2026-04-17T15:09:19.629" v="11" actId="26606"/>
        <pc:sldMasterMkLst>
          <pc:docMk/>
          <pc:sldMasterMk cId="1075364653" sldId="2147483650"/>
        </pc:sldMasterMkLst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346368436" sldId="2147483651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445206779" sldId="2147483652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663949954" sldId="2147483653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419454290" sldId="2147483654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083625897" sldId="2147483655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70986043" sldId="2147483656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2801228" sldId="2147483657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142411361" sldId="2147483658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4129951377" sldId="2147483659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794260375" sldId="2147483660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3152433608" sldId="2147483661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743889975" sldId="2147483662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69819885" sldId="2147483663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3562918710" sldId="2147483664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476119301" sldId="2147483665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3842464889" sldId="2147483666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013637889" sldId="2147483667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427919685" sldId="2147483668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3320048900" sldId="2147483669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70556591" sldId="2147483670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4142476760" sldId="2147483671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3185447175" sldId="2147483672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345647200" sldId="2147483673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398780817" sldId="2147483674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4006376653" sldId="2147483675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856516193" sldId="2147483676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824738816" sldId="2147483677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8681634" sldId="2147483678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4118343349" sldId="2147483679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465263205" sldId="2147483680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3007966399" sldId="2147483681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4094845057" sldId="2147483682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109742408" sldId="2147483683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533924834" sldId="2147483684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4202539047" sldId="2147483685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767903438" sldId="2147483686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3170734214" sldId="2147483687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634885361" sldId="2147483688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352380264" sldId="2147483689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774389013" sldId="2147483690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242779280" sldId="2147483691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839029464" sldId="2147483692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895955864" sldId="2147483693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679774383" sldId="2147483694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52677214" sldId="2147483695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3300911354" sldId="2147483696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3375874502" sldId="2147483697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1103411471" sldId="2147483698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322888684" sldId="2147483699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35539838" sldId="2147483700"/>
          </pc:sldLayoutMkLst>
        </pc:sldLayoutChg>
        <pc:sldLayoutChg chg="add del">
          <pc:chgData name="HR Analytics Canada" userId="a21b5379e5ee1d23" providerId="LiveId" clId="{B6F778F0-58BE-4706-9FED-5BA1AD3C9411}" dt="2026-04-17T15:09:19.629" v="11" actId="26606"/>
          <pc:sldLayoutMkLst>
            <pc:docMk/>
            <pc:sldMasterMk cId="1075364653" sldId="2147483650"/>
            <pc:sldLayoutMk cId="2382767881" sldId="2147483701"/>
          </pc:sldLayoutMkLst>
        </pc:sldLayoutChg>
      </pc:sldMasterChg>
      <pc:sldMasterChg chg="add del addSldLayout delSldLayout">
        <pc:chgData name="HR Analytics Canada" userId="a21b5379e5ee1d23" providerId="LiveId" clId="{B6F778F0-58BE-4706-9FED-5BA1AD3C9411}" dt="2026-04-17T15:09:13.399" v="8" actId="26606"/>
        <pc:sldMasterMkLst>
          <pc:docMk/>
          <pc:sldMasterMk cId="4176476186" sldId="2147483751"/>
        </pc:sldMasterMkLst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425871702" sldId="2147483702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781392790" sldId="2147483703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54716485" sldId="2147483704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583582895" sldId="2147483705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915864825" sldId="2147483706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604491412" sldId="2147483707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1013201716" sldId="2147483708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4058792251" sldId="2147483709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171040483" sldId="2147483710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218497873" sldId="2147483711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267634698" sldId="2147483712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4076498870" sldId="2147483713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869209720" sldId="2147483714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693322270" sldId="2147483715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928080035" sldId="2147483716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750979421" sldId="2147483717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338154993" sldId="2147483718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644908759" sldId="2147483719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819577344" sldId="2147483720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460688727" sldId="2147483721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1658094014" sldId="2147483722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1641914847" sldId="2147483723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4248806973" sldId="2147483724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465546961" sldId="2147483725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421084793" sldId="2147483726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1606672820" sldId="2147483727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1825492035" sldId="2147483728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4270621465" sldId="2147483729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215154593" sldId="2147483730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4172887347" sldId="2147483731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376255017" sldId="2147483732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422371236" sldId="2147483733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501194730" sldId="2147483734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867432452" sldId="2147483735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355173875" sldId="2147483736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696769710" sldId="2147483737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201599307" sldId="2147483738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074230550" sldId="2147483739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562602532" sldId="2147483740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182652677" sldId="2147483741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737311157" sldId="2147483742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252500135" sldId="2147483743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093159551" sldId="2147483744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088751792" sldId="2147483745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638405092" sldId="2147483746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894665187" sldId="2147483747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214766390" sldId="2147483748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3590481866" sldId="2147483749"/>
          </pc:sldLayoutMkLst>
        </pc:sldLayoutChg>
        <pc:sldLayoutChg chg="add del">
          <pc:chgData name="HR Analytics Canada" userId="a21b5379e5ee1d23" providerId="LiveId" clId="{B6F778F0-58BE-4706-9FED-5BA1AD3C9411}" dt="2026-04-17T15:09:13.399" v="8" actId="26606"/>
          <pc:sldLayoutMkLst>
            <pc:docMk/>
            <pc:sldMasterMk cId="4176476186" sldId="2147483751"/>
            <pc:sldLayoutMk cId="2452943269" sldId="2147483750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ED0F-151D-DE20-0B6A-84DFA6B941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1C8B62-4B85-073F-A8EF-BB3DC0D6B7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7C553-E9A2-ECC9-D8B5-CCC387645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4AB178-95F0-0EDC-668F-F7BBF115A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940C6-84A5-986D-2A3E-083260A30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1573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0FA69-0B51-7961-B867-DF18A2E0A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504BD-2432-462F-6D98-CD06C1069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193C4-CF26-98CB-498F-704223D63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43B5-F5DF-57D6-B2F9-6C9DB365F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E27D98-6056-75DD-2858-35F2DB3D8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1347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E5A97-29B8-2FA9-8189-E76B91BC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B9DCA2-4D4E-129E-06C4-684134A18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E60FB-5349-DB2D-D9EB-AB1F0B068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F3936-C3C4-F2AA-1892-D5B32D52B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69639-A7CD-C48F-21CF-BD06E7FBA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4446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A1ECA-2686-B981-2BE1-DDBBA2AC7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16580-7ECB-EDB7-6F03-D1B978D79D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EE6F8C-7F60-E9FC-728D-F262755029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59C0A6-DA5E-A800-A926-004FF39CE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CFA060-AE5C-DD73-B156-9A705DC79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E25C99-101C-4DC1-EA22-67706264B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5694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86296-3CB4-1349-6F9C-7BA76CDA3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440034-7408-1CA3-FE00-098F0CD7D7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6B7904-317C-EF74-6DA0-C08FB8E68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000820-00CE-17E5-FD69-BCA58F87BF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E43C76-5CC6-506A-1CF4-BE1581BBB0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F36F18-80F5-A4B7-6FE1-A9B668ED7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4BA379-1F7A-386A-12D7-F4895ACC9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08D6E2-7402-1447-7603-57F7882E5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8888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C876F-7DA7-5CC2-8491-C68ADAAA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E5F699-ACDF-3167-8206-B91652E15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967D81-DCD5-3B4E-4104-D8E94A65F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7BEAE7-451E-B37C-5744-14A2363A3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2959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D88EC9-C100-641D-2CAA-B97C14CF0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6A3A2D-FD64-027F-7407-29C360570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AD00C-124D-C406-BEC1-DDFF84C5B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1542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5AE56-4AD9-DBFA-F789-B673EE235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7FF98-4F2F-0918-3276-EF7C6BE66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1C1304-E064-782B-C6A4-8DFB60E703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C7974B-D983-A712-36FE-DB0F228C6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7145F-8043-E1FB-6349-A832D356C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464B52-05DB-8788-70AC-D1C543068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99356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AF4F8-BD30-99BF-34E1-18B91F4A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07174D-504D-967F-B678-C8BF9C4559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6E8CC6-FB40-031F-E372-BCFCE2487E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62B49-E814-C92C-0891-35E6A1824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CAC910-5A11-E105-DD3F-75C34BF2D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6967CA-6411-DD8C-394E-823C351A6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250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B2247-CB87-7956-ED79-8A952577D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08FA65-91A6-6835-BD0E-EC987D4D7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AA94E-61BE-B63C-6B81-7FCC51B22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1DE88-49F5-2DE8-9E9E-604167B99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A8CE1-EA39-0101-A4B3-AA237E0F5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7387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5332E9-3278-E65C-5C5B-002A223EB8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06C783-4807-0D7D-CE71-16B3AAB0A1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B72A8-6075-3B4F-3C0B-A4D4D21E3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C0CFC-8841-D3CA-A888-82FDD7E8A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FEEFE0-A0FF-3E07-72A6-174CAB13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99412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B4980-4985-5573-AC7F-3D5200E4D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DFD30-CE80-E40E-FF19-D205DD642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A9E19-74EA-84BC-4C6D-5C5E19016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0C693E-4C90-41E7-B3A2-C0D8FB3DBC31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699DD-B238-CFB8-6086-CD911C2012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9E20C-55C2-B066-9FCA-88DF7E1411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FB94ED-ED88-4A2A-AB4C-ED01856FEEA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1066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FEC590B-3306-47E9-BD67-97F3F76169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88952" cy="6858000"/>
            <a:chOff x="651279" y="598259"/>
            <a:chExt cx="10889442" cy="5680742"/>
          </a:xfrm>
        </p:grpSpPr>
        <p:sp>
          <p:nvSpPr>
            <p:cNvPr id="41" name="Color">
              <a:extLst>
                <a:ext uri="{FF2B5EF4-FFF2-40B4-BE49-F238E27FC236}">
                  <a16:creationId xmlns:a16="http://schemas.microsoft.com/office/drawing/2014/main" id="{54F87DBC-E43C-4CE4-A8C5-61E3D6819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Color">
              <a:extLst>
                <a:ext uri="{FF2B5EF4-FFF2-40B4-BE49-F238E27FC236}">
                  <a16:creationId xmlns:a16="http://schemas.microsoft.com/office/drawing/2014/main" id="{CD39A88A-7F84-4ACA-877B-E28BC26CD8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47AAF5E-1692-48C9-98FB-6432BF0B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F36A26D-E71D-4663-B197-8B7BFA37AD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A821CEB-DA96-4952-93B9-81F9C42BA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18C8EDE0-D69B-4F65-9AB7-DDE7EAD78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46F0982-BF10-4BF6-842A-F631654FF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B313509-2128-42CA-81B6-C9EC23E44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1589188C-E06E-4F8A-BDD1-02ADF140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B4E610F-FCD0-483F-B9F2-6DF2C28FE8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D4EEF61-1FCA-EDDB-5B98-247131CB70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9708" y="666351"/>
            <a:ext cx="10558405" cy="3439484"/>
          </a:xfrm>
        </p:spPr>
        <p:txBody>
          <a:bodyPr anchor="b">
            <a:normAutofit/>
          </a:bodyPr>
          <a:lstStyle/>
          <a:p>
            <a:r>
              <a:rPr lang="en-US" sz="8800" b="1" dirty="0" err="1">
                <a:solidFill>
                  <a:schemeClr val="bg1"/>
                </a:solidFill>
              </a:rPr>
              <a:t>Yollow</a:t>
            </a:r>
            <a:endParaRPr lang="en-CA" sz="8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974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7264A61-6AE3-4DC0-A455-5EDC604E3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848" y="0"/>
            <a:ext cx="12188949" cy="6858000"/>
            <a:chOff x="-2848" y="0"/>
            <a:chExt cx="12188949" cy="6858000"/>
          </a:xfrm>
        </p:grpSpPr>
        <p:sp>
          <p:nvSpPr>
            <p:cNvPr id="51" name="Color Cover">
              <a:extLst>
                <a:ext uri="{FF2B5EF4-FFF2-40B4-BE49-F238E27FC236}">
                  <a16:creationId xmlns:a16="http://schemas.microsoft.com/office/drawing/2014/main" id="{2F23900D-D5D0-4EE8-80F4-D25038DE2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848" y="0"/>
              <a:ext cx="12188949" cy="6858000"/>
            </a:xfrm>
            <a:prstGeom prst="rect">
              <a:avLst/>
            </a:prstGeom>
            <a:solidFill>
              <a:schemeClr val="accent5">
                <a:alpha val="4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Color Cover">
              <a:extLst>
                <a:ext uri="{FF2B5EF4-FFF2-40B4-BE49-F238E27FC236}">
                  <a16:creationId xmlns:a16="http://schemas.microsoft.com/office/drawing/2014/main" id="{C55310DE-258B-4134-9DA8-DC4C2D0EBE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848" y="0"/>
              <a:ext cx="12188949" cy="6858000"/>
            </a:xfrm>
            <a:prstGeom prst="rect">
              <a:avLst/>
            </a:prstGeom>
            <a:solidFill>
              <a:schemeClr val="accent6">
                <a:alpha val="1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691EE10-D5F3-48FA-BE55-F24A0BE59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51279" y="598259"/>
            <a:ext cx="10889442" cy="5680742"/>
            <a:chOff x="651279" y="598259"/>
            <a:chExt cx="10889442" cy="5680742"/>
          </a:xfrm>
        </p:grpSpPr>
        <p:sp>
          <p:nvSpPr>
            <p:cNvPr id="55" name="Color">
              <a:extLst>
                <a:ext uri="{FF2B5EF4-FFF2-40B4-BE49-F238E27FC236}">
                  <a16:creationId xmlns:a16="http://schemas.microsoft.com/office/drawing/2014/main" id="{7EF3BBC7-022F-4CD5-BE8E-BD8206C4BB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Color">
              <a:extLst>
                <a:ext uri="{FF2B5EF4-FFF2-40B4-BE49-F238E27FC236}">
                  <a16:creationId xmlns:a16="http://schemas.microsoft.com/office/drawing/2014/main" id="{A877CB3E-FE2B-43A7-A987-F921A9249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30E6C9-E133-643B-705F-7885E73C6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644" y="841664"/>
            <a:ext cx="9929831" cy="51568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1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 next-gen property search engine</a:t>
            </a:r>
            <a:br>
              <a:rPr lang="en-US" sz="41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br>
              <a:rPr lang="en-US" sz="4100" b="1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Our goal is to create a frictionless booking experience for users while simultaneously solving the lead-acquisition struggle for realtors. We bridge the gap between instant demand and immediate professional availability.</a:t>
            </a:r>
            <a:br>
              <a:rPr lang="en-CA" sz="4000" dirty="0"/>
            </a:br>
            <a:endParaRPr lang="en-US" sz="41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7374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5258E-EFF8-DC7A-5344-5D1C6999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2E3E5-5247-B497-7932-BD9C034D8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957" y="135438"/>
            <a:ext cx="9539195" cy="631450"/>
          </a:xfrm>
        </p:spPr>
        <p:txBody>
          <a:bodyPr>
            <a:normAutofit fontScale="90000"/>
          </a:bodyPr>
          <a:lstStyle/>
          <a:p>
            <a:r>
              <a:rPr lang="en-CA" dirty="0"/>
              <a:t>Pain Point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CD0E91C-38DA-2E0B-35AA-5B69B4234C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061624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370957" y="789879"/>
          <a:ext cx="11614566" cy="325766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702101">
                  <a:extLst>
                    <a:ext uri="{9D8B030D-6E8A-4147-A177-3AD203B41FA5}">
                      <a16:colId xmlns:a16="http://schemas.microsoft.com/office/drawing/2014/main" val="4241953396"/>
                    </a:ext>
                  </a:extLst>
                </a:gridCol>
                <a:gridCol w="10912465">
                  <a:extLst>
                    <a:ext uri="{9D8B030D-6E8A-4147-A177-3AD203B41FA5}">
                      <a16:colId xmlns:a16="http://schemas.microsoft.com/office/drawing/2014/main" val="1746314532"/>
                    </a:ext>
                  </a:extLst>
                </a:gridCol>
              </a:tblGrid>
              <a:tr h="13748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700" b="1" cap="none" spc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Leads are the lifeblood of real estate, but they are increasingly controlled by major platforms (i.e. </a:t>
                      </a:r>
                      <a:r>
                        <a:rPr lang="en-US" sz="1600" b="0" dirty="0" err="1">
                          <a:solidFill>
                            <a:schemeClr val="tx1"/>
                          </a:solidFill>
                        </a:rPr>
                        <a:t>Housesigma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, Condos.ca). Between the dominance of big </a:t>
                      </a:r>
                      <a:r>
                        <a:rPr lang="en-US" sz="1600" b="0" dirty="0" err="1">
                          <a:solidFill>
                            <a:schemeClr val="tx1"/>
                          </a:solidFill>
                        </a:rPr>
                        <a:t>PropTech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 and the high upfront costs of traditional lead gen, the average realtor is struggling to compete. We’re leveling the playing field.</a:t>
                      </a:r>
                      <a:endParaRPr lang="en-US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6865605"/>
                  </a:ext>
                </a:extLst>
              </a:tr>
              <a:tr h="5902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700" b="1" cap="none" spc="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There is a significant trust deficit between users and realtors. Consumers often feel pressured by sales-driven motives, creating a barrier to authentic engagement during the early stages of property search.</a:t>
                      </a:r>
                      <a:endParaRPr lang="en-US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1397223"/>
                  </a:ext>
                </a:extLst>
              </a:tr>
              <a:tr h="11648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700" b="1" cap="none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Standard </a:t>
                      </a:r>
                      <a:r>
                        <a:rPr lang="en-US" sz="1600" dirty="0" err="1"/>
                        <a:t>PropTech</a:t>
                      </a:r>
                      <a:r>
                        <a:rPr lang="en-US" sz="1600" dirty="0"/>
                        <a:t> platforms (realtor.ca) are too slow. When a user requests a showing, it can take days to get a response. Why? Because lead distribution is inefficient, and distant agents often ignore requests they can’t service immediately. We are eliminating that lag.</a:t>
                      </a:r>
                      <a:endParaRPr lang="en-US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9096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E5A4070-1C4F-267A-AED1-CC78D3495C94}"/>
              </a:ext>
            </a:extLst>
          </p:cNvPr>
          <p:cNvSpPr txBox="1"/>
          <p:nvPr/>
        </p:nvSpPr>
        <p:spPr>
          <a:xfrm>
            <a:off x="107312" y="6858000"/>
            <a:ext cx="89088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i="1" cap="none" spc="0" dirty="0">
                <a:solidFill>
                  <a:schemeClr val="tx1"/>
                </a:solidFill>
              </a:rPr>
              <a:t>*</a:t>
            </a:r>
            <a:r>
              <a:rPr lang="en-US" sz="1100" i="1" cap="none" spc="0" dirty="0">
                <a:solidFill>
                  <a:schemeClr val="tx1"/>
                </a:solidFill>
              </a:rPr>
              <a:t>Later</a:t>
            </a:r>
            <a:r>
              <a:rPr lang="en-US" sz="1100" b="1" i="1" cap="none" spc="0" dirty="0">
                <a:solidFill>
                  <a:schemeClr val="tx1"/>
                </a:solidFill>
              </a:rPr>
              <a:t> </a:t>
            </a:r>
            <a:r>
              <a:rPr lang="en-US" sz="1100" b="0" i="1" cap="none" spc="0" dirty="0">
                <a:solidFill>
                  <a:schemeClr val="tx1"/>
                </a:solidFill>
              </a:rPr>
              <a:t>a pre-screen form is sent to confirm credit score and income info before a showing (for rentals). </a:t>
            </a:r>
            <a:endParaRPr lang="en-CA" sz="1100" i="1" dirty="0"/>
          </a:p>
        </p:txBody>
      </p:sp>
    </p:spTree>
    <p:extLst>
      <p:ext uri="{BB962C8B-B14F-4D97-AF65-F5344CB8AC3E}">
        <p14:creationId xmlns:p14="http://schemas.microsoft.com/office/powerpoint/2010/main" val="1836537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15B9334-3E03-4CA7-3616-4D3C9DC2C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3C5981-23F0-0ED5-0C97-159A9E50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957" y="1"/>
            <a:ext cx="9539195" cy="631450"/>
          </a:xfrm>
        </p:spPr>
        <p:txBody>
          <a:bodyPr>
            <a:normAutofit fontScale="90000"/>
          </a:bodyPr>
          <a:lstStyle/>
          <a:p>
            <a:r>
              <a:rPr lang="en-CA" dirty="0"/>
              <a:t>The RoadMap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EC08D12-2C57-4E14-8213-8876581A54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122993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370957" y="945215"/>
          <a:ext cx="11614566" cy="497687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702101">
                  <a:extLst>
                    <a:ext uri="{9D8B030D-6E8A-4147-A177-3AD203B41FA5}">
                      <a16:colId xmlns:a16="http://schemas.microsoft.com/office/drawing/2014/main" val="4241953396"/>
                    </a:ext>
                  </a:extLst>
                </a:gridCol>
                <a:gridCol w="10912465">
                  <a:extLst>
                    <a:ext uri="{9D8B030D-6E8A-4147-A177-3AD203B41FA5}">
                      <a16:colId xmlns:a16="http://schemas.microsoft.com/office/drawing/2014/main" val="1746314532"/>
                    </a:ext>
                  </a:extLst>
                </a:gridCol>
              </a:tblGrid>
              <a:tr h="12241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700" b="1" cap="none" spc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Allow buyers to self-serve by booking directly (integrating with </a:t>
                      </a:r>
                      <a:r>
                        <a:rPr lang="en-US" sz="1600" b="0" dirty="0" err="1">
                          <a:solidFill>
                            <a:schemeClr val="tx1"/>
                          </a:solidFill>
                        </a:rPr>
                        <a:t>BrokerBay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 – realtor internal booking system). A local realtor is assigned and confirms in minutes to cut the back-and-forth. Realtors can communicate with clients and reassign leads just like Uber.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Software Integration: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</a:rPr>
                        <a:t>Explore Realm integration for booking and reassigning.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6865605"/>
                  </a:ext>
                </a:extLst>
              </a:tr>
              <a:tr h="62887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700" b="1" cap="none" spc="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 UI optimized for map-first search property discovery. B</a:t>
                      </a:r>
                      <a:r>
                        <a:rPr lang="en-US" altLang="zh-CN" sz="1600" dirty="0"/>
                        <a:t>enchmark Product </a:t>
                      </a:r>
                      <a:r>
                        <a:rPr lang="en-US" sz="1600" dirty="0"/>
                        <a:t>– rew.ca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1397223"/>
                  </a:ext>
                </a:extLst>
              </a:tr>
              <a:tr h="6891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700" b="1" cap="none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/>
                        <a:t>Realtors join for free with profiles pre-set via Realm. They easily set their service area and send listings to clients to book tours for free. Free leads for realtors until they close; we take a 5%-10% share only upon closing</a:t>
                      </a:r>
                      <a:r>
                        <a:rPr lang="en-US" sz="1600" b="0"/>
                        <a:t>. </a:t>
                      </a:r>
                      <a:endParaRPr lang="en-US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909665"/>
                  </a:ext>
                </a:extLst>
              </a:tr>
              <a:tr h="11513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700" b="1" cap="none" spc="0" dirty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Growth Strategy</a:t>
                      </a:r>
                    </a:p>
                    <a:p>
                      <a:r>
                        <a:rPr lang="en-US" sz="1600" b="1" dirty="0"/>
                        <a:t>Email Campaigns:</a:t>
                      </a:r>
                      <a:r>
                        <a:rPr lang="en-US" sz="1600" dirty="0"/>
                        <a:t> Reach 70,000 Toronto realtors to join for free leads.</a:t>
                      </a:r>
                    </a:p>
                    <a:p>
                      <a:r>
                        <a:rPr lang="en-US" sz="1600" b="1" dirty="0"/>
                        <a:t>Micro-Influencers:</a:t>
                      </a:r>
                      <a:r>
                        <a:rPr lang="en-US" sz="1600" dirty="0"/>
                        <a:t> Partner with users/students for a share of sales. </a:t>
                      </a:r>
                      <a:r>
                        <a:rPr lang="en-US" sz="1600" i="1" dirty="0"/>
                        <a:t>Example: A student books 3 showings instantly and finds a home in one day.</a:t>
                      </a:r>
                      <a:endParaRPr lang="en-US" sz="1600" dirty="0"/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5750479"/>
                  </a:ext>
                </a:extLst>
              </a:tr>
              <a:tr h="4883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700" b="1" cap="none" spc="0" dirty="0">
                          <a:solidFill>
                            <a:schemeClr val="tx1"/>
                          </a:solidFill>
                          <a:effectLst/>
                        </a:rPr>
                        <a:t>5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AI Features</a:t>
                      </a:r>
                    </a:p>
                    <a:p>
                      <a:r>
                        <a:rPr lang="en-US" sz="1600" b="1" dirty="0"/>
                        <a:t>Smart Recs:</a:t>
                      </a:r>
                      <a:r>
                        <a:rPr lang="en-US" sz="1600" dirty="0"/>
                        <a:t> AI finds and recommends 2 similar listings for every booking.</a:t>
                      </a:r>
                    </a:p>
                    <a:p>
                      <a:r>
                        <a:rPr lang="en-US" sz="1600" b="1" dirty="0"/>
                        <a:t>Auto-Follow-up:</a:t>
                      </a:r>
                      <a:r>
                        <a:rPr lang="en-US" sz="1600" dirty="0"/>
                        <a:t> AI sends reminders and follows up with users 3x after a showing.</a:t>
                      </a:r>
                    </a:p>
                  </a:txBody>
                  <a:tcPr marL="115163" marR="115163" marT="115163" marB="11516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165054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282EACC-9E2B-C9BB-30DE-0591D5347C0F}"/>
              </a:ext>
            </a:extLst>
          </p:cNvPr>
          <p:cNvSpPr txBox="1"/>
          <p:nvPr/>
        </p:nvSpPr>
        <p:spPr>
          <a:xfrm>
            <a:off x="107312" y="6858000"/>
            <a:ext cx="89088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i="1" cap="none" spc="0" dirty="0">
                <a:solidFill>
                  <a:schemeClr val="tx1"/>
                </a:solidFill>
              </a:rPr>
              <a:t>*</a:t>
            </a:r>
            <a:r>
              <a:rPr lang="en-US" sz="1100" i="1" cap="none" spc="0" dirty="0">
                <a:solidFill>
                  <a:schemeClr val="tx1"/>
                </a:solidFill>
              </a:rPr>
              <a:t>Later</a:t>
            </a:r>
            <a:r>
              <a:rPr lang="en-US" sz="1100" b="1" i="1" cap="none" spc="0" dirty="0">
                <a:solidFill>
                  <a:schemeClr val="tx1"/>
                </a:solidFill>
              </a:rPr>
              <a:t> </a:t>
            </a:r>
            <a:r>
              <a:rPr lang="en-US" sz="1100" b="0" i="1" cap="none" spc="0" dirty="0">
                <a:solidFill>
                  <a:schemeClr val="tx1"/>
                </a:solidFill>
              </a:rPr>
              <a:t>a pre-screen form is sent to confirm credit score and income info before a showing (for rentals). </a:t>
            </a:r>
            <a:endParaRPr lang="en-CA" sz="1100" i="1" dirty="0"/>
          </a:p>
        </p:txBody>
      </p:sp>
    </p:spTree>
    <p:extLst>
      <p:ext uri="{BB962C8B-B14F-4D97-AF65-F5344CB8AC3E}">
        <p14:creationId xmlns:p14="http://schemas.microsoft.com/office/powerpoint/2010/main" val="256791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988</TotalTime>
  <Words>429</Words>
  <Application>Microsoft Office PowerPoint</Application>
  <PresentationFormat>Widescreen</PresentationFormat>
  <Paragraphs>28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Yollow</vt:lpstr>
      <vt:lpstr>A next-gen property search engine  Our goal is to create a frictionless booking experience for users while simultaneously solving the lead-acquisition struggle for realtors. We bridge the gap between instant demand and immediate professional availability. </vt:lpstr>
      <vt:lpstr>Pain Point</vt:lpstr>
      <vt:lpstr>The 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HR Analytics Canada</dc:creator>
  <cp:lastModifiedBy>HR Analytics Canada</cp:lastModifiedBy>
  <cp:revision>1</cp:revision>
  <dcterms:created xsi:type="dcterms:W3CDTF">2026-04-17T15:08:54Z</dcterms:created>
  <dcterms:modified xsi:type="dcterms:W3CDTF">2026-04-18T18:02:20Z</dcterms:modified>
</cp:coreProperties>
</file>